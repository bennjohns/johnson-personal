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72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7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B7A498A0-61C4-407E-B823-817281AAE383}" type="datetimeFigureOut">
              <a:rPr lang="en-US" smtClean="0"/>
              <a:pPr/>
              <a:t>2/7/2013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EEFC375-EEE5-40A0-B625-A08BDFE5C77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Dating “The Marine Corps Colonel’s Daughter”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dissection of what went right, and how to end up bayoneted at the age of 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Part I: The Right Stuff</a:t>
            </a:r>
          </a:p>
          <a:p>
            <a:pPr lvl="1"/>
            <a:r>
              <a:rPr lang="en-US" dirty="0" smtClean="0"/>
              <a:t>Background</a:t>
            </a:r>
          </a:p>
          <a:p>
            <a:pPr lvl="1"/>
            <a:r>
              <a:rPr lang="en-US" dirty="0" smtClean="0"/>
              <a:t>The pursuit</a:t>
            </a:r>
          </a:p>
          <a:p>
            <a:pPr lvl="1"/>
            <a:r>
              <a:rPr lang="en-US" dirty="0" smtClean="0"/>
              <a:t>Standardized Operating Procedures</a:t>
            </a:r>
          </a:p>
          <a:p>
            <a:r>
              <a:rPr lang="en-US" dirty="0" smtClean="0"/>
              <a:t>Part II: Down in flames</a:t>
            </a:r>
          </a:p>
          <a:p>
            <a:pPr lvl="1"/>
            <a:r>
              <a:rPr lang="en-US" dirty="0" smtClean="0"/>
              <a:t>What not to do</a:t>
            </a:r>
          </a:p>
          <a:p>
            <a:pPr lvl="1"/>
            <a:r>
              <a:rPr lang="en-US" dirty="0" smtClean="0"/>
              <a:t>Lessons Learned</a:t>
            </a:r>
          </a:p>
          <a:p>
            <a:pPr lvl="2"/>
            <a:r>
              <a:rPr lang="en-US" dirty="0" smtClean="0"/>
              <a:t>Good</a:t>
            </a:r>
          </a:p>
          <a:p>
            <a:pPr lvl="2"/>
            <a:r>
              <a:rPr lang="en-US" dirty="0" smtClean="0"/>
              <a:t>Bad</a:t>
            </a:r>
          </a:p>
          <a:p>
            <a:pPr lvl="1"/>
            <a:endParaRPr lang="en-US" dirty="0" smtClean="0"/>
          </a:p>
        </p:txBody>
      </p:sp>
      <p:pic>
        <p:nvPicPr>
          <p:cNvPr id="5" name="Content Placeholder 4" descr="usmc-desktop-wallpaper.jpe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495800" y="2286000"/>
            <a:ext cx="4038600" cy="25241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I: The Right Stuff</a:t>
            </a:r>
            <a:endParaRPr lang="en-US" dirty="0"/>
          </a:p>
        </p:txBody>
      </p:sp>
      <p:pic>
        <p:nvPicPr>
          <p:cNvPr id="7" name="Content Placeholder 6" descr="ap-6926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600200" y="1981200"/>
            <a:ext cx="4820285" cy="4876800"/>
          </a:xfrm>
        </p:spPr>
      </p:pic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17 years old, fall 2005</a:t>
            </a:r>
          </a:p>
          <a:p>
            <a:r>
              <a:rPr lang="en-US" dirty="0" smtClean="0"/>
              <a:t>ACT prep class</a:t>
            </a:r>
          </a:p>
          <a:p>
            <a:r>
              <a:rPr lang="en-US" dirty="0" smtClean="0"/>
              <a:t>Cross Country</a:t>
            </a:r>
          </a:p>
          <a:p>
            <a:r>
              <a:rPr lang="en-US" dirty="0" smtClean="0"/>
              <a:t>Boredom/Starving</a:t>
            </a:r>
          </a:p>
          <a:p>
            <a:r>
              <a:rPr lang="en-US" dirty="0" smtClean="0"/>
              <a:t>Doritos </a:t>
            </a:r>
          </a:p>
          <a:p>
            <a:r>
              <a:rPr lang="en-US" dirty="0" smtClean="0"/>
              <a:t>Relaying messages</a:t>
            </a:r>
          </a:p>
          <a:p>
            <a:r>
              <a:rPr lang="en-US" dirty="0" smtClean="0"/>
              <a:t>Phone number</a:t>
            </a:r>
          </a:p>
          <a:p>
            <a:endParaRPr lang="en-US" dirty="0"/>
          </a:p>
        </p:txBody>
      </p:sp>
      <p:pic>
        <p:nvPicPr>
          <p:cNvPr id="5" name="Content Placeholder 4" descr="197_504848228641_6098_n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5101397" y="2249488"/>
            <a:ext cx="3132205" cy="452596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Pursuit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Similarities</a:t>
            </a:r>
          </a:p>
          <a:p>
            <a:r>
              <a:rPr lang="en-US" dirty="0" smtClean="0"/>
              <a:t>Trying to get a date</a:t>
            </a:r>
          </a:p>
          <a:p>
            <a:pPr lvl="1"/>
            <a:r>
              <a:rPr lang="en-US" dirty="0" smtClean="0"/>
              <a:t>Picnic</a:t>
            </a:r>
          </a:p>
          <a:p>
            <a:r>
              <a:rPr lang="en-US" dirty="0" smtClean="0"/>
              <a:t>Introductions</a:t>
            </a:r>
          </a:p>
          <a:p>
            <a:pPr lvl="1"/>
            <a:r>
              <a:rPr lang="en-US" dirty="0" smtClean="0"/>
              <a:t>Family, Dog</a:t>
            </a:r>
          </a:p>
          <a:p>
            <a:r>
              <a:rPr lang="en-US" dirty="0" smtClean="0"/>
              <a:t>Timing Standards</a:t>
            </a:r>
          </a:p>
          <a:p>
            <a:r>
              <a:rPr lang="en-US" dirty="0" smtClean="0"/>
              <a:t>Manners</a:t>
            </a:r>
          </a:p>
          <a:p>
            <a:r>
              <a:rPr lang="en-US" dirty="0" smtClean="0"/>
              <a:t>Acceptance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Content Placeholder 4" descr="bad_date_2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554451" y="2438400"/>
            <a:ext cx="5132349" cy="341942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Standardized Operating Procedures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Parental Advisory’s </a:t>
            </a:r>
          </a:p>
          <a:p>
            <a:r>
              <a:rPr lang="en-US" dirty="0" smtClean="0"/>
              <a:t>Communication may be monitored for quality assurance</a:t>
            </a:r>
          </a:p>
          <a:p>
            <a:r>
              <a:rPr lang="en-US" dirty="0" smtClean="0"/>
              <a:t>Cinderella </a:t>
            </a:r>
          </a:p>
          <a:p>
            <a:r>
              <a:rPr lang="en-US" dirty="0" smtClean="0"/>
              <a:t>Tight Leash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71682" name="AutoShape 2" descr="https://encrypted-tbn0.gstatic.com/images?q=tbn:ANd9GcSoRhI4tMuHilOQCpREPGWlL4mJ1X9LjeO1-ANIDqVof8jP5FU-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6504615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8600" y="2057400"/>
            <a:ext cx="4648200" cy="480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 of Part 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r>
              <a:rPr lang="en-US" dirty="0" smtClean="0"/>
              <a:t>Instructional points</a:t>
            </a:r>
          </a:p>
          <a:p>
            <a:pPr lvl="1"/>
            <a:r>
              <a:rPr lang="en-US" dirty="0" smtClean="0"/>
              <a:t>Greater authority figure</a:t>
            </a:r>
          </a:p>
          <a:p>
            <a:pPr lvl="1"/>
            <a:r>
              <a:rPr lang="en-US" dirty="0" smtClean="0"/>
              <a:t>Strict rules</a:t>
            </a:r>
          </a:p>
          <a:p>
            <a:pPr lvl="1"/>
            <a:r>
              <a:rPr lang="en-US" dirty="0" smtClean="0"/>
              <a:t>Maintain the standard</a:t>
            </a:r>
          </a:p>
        </p:txBody>
      </p:sp>
      <p:pic>
        <p:nvPicPr>
          <p:cNvPr id="5" name="Content Placeholder 4" descr="questions001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962400" y="2209800"/>
            <a:ext cx="4800600" cy="2514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Part II: From the Halls of Montezuma to the floor of a closet.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What Not To Do!</a:t>
            </a:r>
            <a:endParaRPr lang="en-US" dirty="0"/>
          </a:p>
        </p:txBody>
      </p:sp>
      <p:pic>
        <p:nvPicPr>
          <p:cNvPr id="5" name="Content Placeholder 4" descr="rstuff03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762000" y="2590801"/>
            <a:ext cx="7772400" cy="42671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Prelude To Invasion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Receiving Orders</a:t>
            </a:r>
          </a:p>
          <a:p>
            <a:pPr lvl="1"/>
            <a:r>
              <a:rPr lang="en-US" dirty="0" smtClean="0"/>
              <a:t>Past bed time</a:t>
            </a:r>
          </a:p>
          <a:p>
            <a:r>
              <a:rPr lang="en-US" dirty="0" smtClean="0"/>
              <a:t>Stepping off</a:t>
            </a:r>
          </a:p>
          <a:p>
            <a:r>
              <a:rPr lang="en-US" dirty="0" smtClean="0"/>
              <a:t>E&amp;E</a:t>
            </a:r>
          </a:p>
          <a:p>
            <a:r>
              <a:rPr lang="en-US" dirty="0" smtClean="0"/>
              <a:t>Murphy’s Law</a:t>
            </a:r>
          </a:p>
          <a:p>
            <a:pPr lvl="1"/>
            <a:r>
              <a:rPr lang="en-US" dirty="0" smtClean="0"/>
              <a:t>Movie</a:t>
            </a:r>
          </a:p>
          <a:p>
            <a:pPr lvl="1"/>
            <a:r>
              <a:rPr lang="en-US" dirty="0" smtClean="0"/>
              <a:t>Blind Fold</a:t>
            </a:r>
          </a:p>
          <a:p>
            <a:pPr lvl="1"/>
            <a:r>
              <a:rPr lang="en-US" dirty="0" smtClean="0"/>
              <a:t>Movie</a:t>
            </a:r>
            <a:endParaRPr lang="en-US" dirty="0"/>
          </a:p>
        </p:txBody>
      </p:sp>
      <p:pic>
        <p:nvPicPr>
          <p:cNvPr id="5" name="Content Placeholder 4" descr="Smith-map-Inchon-landing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200400" y="2362200"/>
            <a:ext cx="5791200" cy="42671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Praying for Narnia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Alarm</a:t>
            </a:r>
          </a:p>
          <a:p>
            <a:r>
              <a:rPr lang="en-US" dirty="0" smtClean="0"/>
              <a:t>Canine’s easily excited</a:t>
            </a:r>
          </a:p>
          <a:p>
            <a:r>
              <a:rPr lang="en-US" dirty="0" smtClean="0"/>
              <a:t>Trapped in a closet</a:t>
            </a:r>
          </a:p>
          <a:p>
            <a:r>
              <a:rPr lang="en-US" dirty="0" smtClean="0"/>
              <a:t>Is there anyway out?</a:t>
            </a:r>
          </a:p>
          <a:p>
            <a:pPr lvl="1"/>
            <a:r>
              <a:rPr lang="en-US" dirty="0" smtClean="0"/>
              <a:t>Denial</a:t>
            </a:r>
          </a:p>
          <a:p>
            <a:pPr lvl="1"/>
            <a:r>
              <a:rPr lang="en-US" dirty="0" smtClean="0"/>
              <a:t>Ceiling</a:t>
            </a:r>
          </a:p>
          <a:p>
            <a:pPr lvl="1"/>
            <a:r>
              <a:rPr lang="en-US" dirty="0" smtClean="0"/>
              <a:t>Wall</a:t>
            </a:r>
          </a:p>
          <a:p>
            <a:pPr lvl="1"/>
            <a:r>
              <a:rPr lang="en-US" dirty="0" smtClean="0"/>
              <a:t>Dresses</a:t>
            </a:r>
          </a:p>
          <a:p>
            <a:pPr lvl="2"/>
            <a:r>
              <a:rPr lang="en-US" dirty="0" smtClean="0"/>
              <a:t>Acceptance</a:t>
            </a:r>
          </a:p>
        </p:txBody>
      </p:sp>
      <p:pic>
        <p:nvPicPr>
          <p:cNvPr id="5" name="Content Placeholder 4" descr="hiding-in-a-closet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553283" y="2438400"/>
            <a:ext cx="5133517" cy="341892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Heaven Smiles Upon Thee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Great Escape</a:t>
            </a:r>
          </a:p>
          <a:p>
            <a:r>
              <a:rPr lang="en-US" dirty="0" smtClean="0"/>
              <a:t>Murphy’s Law Part II</a:t>
            </a:r>
          </a:p>
          <a:p>
            <a:pPr lvl="1"/>
            <a:r>
              <a:rPr lang="en-US" dirty="0" smtClean="0"/>
              <a:t>Friends</a:t>
            </a:r>
          </a:p>
          <a:p>
            <a:pPr lvl="1"/>
            <a:r>
              <a:rPr lang="en-US" dirty="0" smtClean="0"/>
              <a:t>Running</a:t>
            </a:r>
          </a:p>
          <a:p>
            <a:pPr lvl="1"/>
            <a:r>
              <a:rPr lang="en-US" dirty="0" smtClean="0"/>
              <a:t>Back into the breach</a:t>
            </a:r>
          </a:p>
          <a:p>
            <a:r>
              <a:rPr lang="en-US" dirty="0" smtClean="0"/>
              <a:t>E&amp;E Part II</a:t>
            </a:r>
          </a:p>
          <a:p>
            <a:r>
              <a:rPr lang="en-US" dirty="0" smtClean="0"/>
              <a:t>Key to freedom</a:t>
            </a:r>
          </a:p>
          <a:p>
            <a:r>
              <a:rPr lang="en-US" dirty="0" smtClean="0"/>
              <a:t>Shadows in the dark</a:t>
            </a:r>
          </a:p>
          <a:p>
            <a:r>
              <a:rPr lang="en-US" dirty="0" smtClean="0"/>
              <a:t>Bat out of Hell</a:t>
            </a:r>
            <a:endParaRPr lang="en-US" dirty="0"/>
          </a:p>
        </p:txBody>
      </p:sp>
      <p:pic>
        <p:nvPicPr>
          <p:cNvPr id="5" name="Content Placeholder 4" descr="bat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495800" y="2209800"/>
            <a:ext cx="4038600" cy="406283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 Learned: The Good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Mind your manners</a:t>
            </a:r>
          </a:p>
          <a:p>
            <a:r>
              <a:rPr lang="en-US" dirty="0" smtClean="0"/>
              <a:t>Follow SOP’s</a:t>
            </a:r>
          </a:p>
          <a:p>
            <a:r>
              <a:rPr lang="en-US" dirty="0" smtClean="0"/>
              <a:t>Common Sense</a:t>
            </a:r>
          </a:p>
        </p:txBody>
      </p:sp>
      <p:pic>
        <p:nvPicPr>
          <p:cNvPr id="7" name="Content Placeholder 6" descr="tumblr_m33obvdhwg1r8isl4o1_500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4724243" y="2249488"/>
            <a:ext cx="3886514" cy="452596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 Learned: The Bad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981200"/>
            <a:ext cx="4495800" cy="4525963"/>
          </a:xfrm>
        </p:spPr>
        <p:txBody>
          <a:bodyPr/>
          <a:lstStyle/>
          <a:p>
            <a:r>
              <a:rPr lang="en-US" dirty="0" smtClean="0"/>
              <a:t>Ignore SOP’s</a:t>
            </a:r>
          </a:p>
          <a:p>
            <a:pPr lvl="1"/>
            <a:r>
              <a:rPr lang="en-US" dirty="0" smtClean="0"/>
              <a:t>The Journey</a:t>
            </a:r>
          </a:p>
          <a:p>
            <a:r>
              <a:rPr lang="en-US" dirty="0" smtClean="0"/>
              <a:t>Exit Strategy</a:t>
            </a:r>
          </a:p>
          <a:p>
            <a:pPr lvl="1"/>
            <a:r>
              <a:rPr lang="en-US" dirty="0" smtClean="0"/>
              <a:t>Be observant</a:t>
            </a:r>
          </a:p>
          <a:p>
            <a:r>
              <a:rPr lang="en-US" dirty="0" smtClean="0"/>
              <a:t>Call it a loss</a:t>
            </a:r>
            <a:endParaRPr lang="en-US" dirty="0"/>
          </a:p>
          <a:p>
            <a:pPr lvl="1"/>
            <a:r>
              <a:rPr lang="en-US" dirty="0" smtClean="0"/>
              <a:t>Loss of gear is acceptable</a:t>
            </a:r>
          </a:p>
        </p:txBody>
      </p:sp>
      <p:pic>
        <p:nvPicPr>
          <p:cNvPr id="5" name="Content Placeholder 4" descr="5n4wb_tne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733800" y="2209800"/>
            <a:ext cx="5157788" cy="3429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Part I: The Right Stuff</a:t>
            </a:r>
          </a:p>
          <a:p>
            <a:pPr lvl="1"/>
            <a:r>
              <a:rPr lang="en-US" dirty="0" smtClean="0"/>
              <a:t>Background</a:t>
            </a:r>
          </a:p>
          <a:p>
            <a:pPr lvl="1"/>
            <a:r>
              <a:rPr lang="en-US" dirty="0" smtClean="0"/>
              <a:t>The pursuit</a:t>
            </a:r>
          </a:p>
          <a:p>
            <a:pPr lvl="1"/>
            <a:r>
              <a:rPr lang="en-US" dirty="0" smtClean="0"/>
              <a:t>Standardized Operating Procedures</a:t>
            </a:r>
          </a:p>
          <a:p>
            <a:r>
              <a:rPr lang="en-US" dirty="0" smtClean="0"/>
              <a:t>Part II: Down in flames</a:t>
            </a:r>
          </a:p>
          <a:p>
            <a:pPr lvl="1"/>
            <a:r>
              <a:rPr lang="en-US" dirty="0" smtClean="0"/>
              <a:t>What not to do</a:t>
            </a:r>
          </a:p>
          <a:p>
            <a:pPr lvl="1"/>
            <a:r>
              <a:rPr lang="en-US" dirty="0" smtClean="0"/>
              <a:t>Lessons Learned</a:t>
            </a:r>
          </a:p>
          <a:p>
            <a:pPr lvl="2"/>
            <a:r>
              <a:rPr lang="en-US" dirty="0" smtClean="0"/>
              <a:t>Good</a:t>
            </a:r>
          </a:p>
          <a:p>
            <a:pPr lvl="2"/>
            <a:r>
              <a:rPr lang="en-US" dirty="0" smtClean="0"/>
              <a:t>Bad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5" name="Content Placeholder 4" descr="topgunbriefing1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3886200" y="2362200"/>
            <a:ext cx="5105400" cy="2590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170</TotalTime>
  <Words>274</Words>
  <Application>Microsoft Office PowerPoint</Application>
  <PresentationFormat>On-screen Show (4:3)</PresentationFormat>
  <Paragraphs>94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Urban</vt:lpstr>
      <vt:lpstr>Dating “The Marine Corps Colonel’s Daughter”</vt:lpstr>
      <vt:lpstr>Overview</vt:lpstr>
      <vt:lpstr>Part I: The Right Stuff</vt:lpstr>
      <vt:lpstr>Background</vt:lpstr>
      <vt:lpstr>The Pursuit</vt:lpstr>
      <vt:lpstr>Standardized Operating Procedures</vt:lpstr>
      <vt:lpstr>End of Part I</vt:lpstr>
      <vt:lpstr>Part II: From the Halls of Montezuma to the floor of a closet.</vt:lpstr>
      <vt:lpstr>Prelude To Invasion</vt:lpstr>
      <vt:lpstr>Praying for Narnia</vt:lpstr>
      <vt:lpstr>Heaven Smiles Upon Thee</vt:lpstr>
      <vt:lpstr>Lessons Learned: The Good</vt:lpstr>
      <vt:lpstr>Lessons Learned: The Bad</vt:lpstr>
      <vt:lpstr>Summary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Dating “The Marine Corps Colonel’s Daughter”</dc:title>
  <dc:creator>Bennett</dc:creator>
  <cp:lastModifiedBy>Bennett</cp:lastModifiedBy>
  <cp:revision>15</cp:revision>
  <dcterms:created xsi:type="dcterms:W3CDTF">2013-02-07T01:14:02Z</dcterms:created>
  <dcterms:modified xsi:type="dcterms:W3CDTF">2013-02-08T03:08:06Z</dcterms:modified>
</cp:coreProperties>
</file>